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0" r:id="rId3"/>
    <p:sldId id="259" r:id="rId4"/>
    <p:sldId id="258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3FD0-E6EC-456F-A1B2-45FA47E17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DE8E1-27A1-4110-863B-837B054FD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5F784-FFFB-41E3-A7D6-ACC24AD8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76203-B84F-41B7-93DB-96E3D968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4E327-A40C-47E0-B28C-AD04EBB22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0651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892A-B399-4F9F-9FC0-EF71A697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10E79-AF04-487D-861E-4410B1ABB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EC071-362B-431C-887C-DB74EEA16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BA733-5EFD-48B3-976C-160AE0DD3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32DF1-75EB-4666-9544-6A145643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4093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67B2-B73B-4E39-B950-7B882E18D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E555E-851B-4315-BE7F-07BFBF9F9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B80FF-2D32-4A16-9278-6959DA4C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48807-6D96-4859-A486-8EECF7EE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82572-BCA5-47E7-973C-72B15F89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9074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72F9-D184-4B68-A44F-0ACA4E77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C5244-14D6-4F12-9DF0-AB311467A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8E9C8-FB81-4924-963F-DE926ED35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58149-098A-4464-AF06-6408B7F4D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7DCB4-BFDC-417D-9766-FA62AAD7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D5E76-5D49-4746-82FF-515D659BB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4277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08EA9-42A5-4B41-8F09-BCB6EC86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8F6BA-0226-482D-BEBC-446F31714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A1983-B6FC-4911-AF38-33AB989B3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8D9F-D71A-4299-A539-0FD1B7400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BAFDAF-AF8A-4494-8B61-DD36C5C7D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60E74-6F21-4A14-BAC8-24771BF3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DE05B9-048D-4307-A6FE-B19528D3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E8640-7E68-465D-95D0-7669A305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8889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E0AA-4EF4-471E-B5B8-BBD76F6D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69E40D-50DC-4CAF-A378-35C85E26D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27827-2EDE-4879-881A-082E8FCA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33569-2345-4723-A200-BDFD7C92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555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26A3B5-5A97-4486-9950-A3EFEF9D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E8D41-8D09-432C-B8E6-1109F4D5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932B3-2B64-4750-886F-9A30DE80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672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B8BF-9AB5-4375-9479-D839115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66A2-99D8-4F79-A826-4C506A721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9666B-CDCA-492A-9D1D-E3B3E2F9D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284D2-C849-4CD2-B9CC-3CBF6F784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8A32A-2C08-4A99-A5ED-9057FFE50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B86C0-FB10-4E18-B599-00376E9F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8210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F06F7-C551-42B5-B984-5C951DA7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D48D6-4735-4ED1-9F06-C20A53B42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6348A-BCFA-4A64-B3B3-25F04042D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31505-0D06-47B3-BC41-0216A1AC5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65CCC-6815-4D5E-A842-6DE8A8DF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9055B-2D15-4194-9AE5-8375B467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226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87C4-CF45-414A-A554-E72ED5DC8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B3F7D-4D61-4A23-B113-234497ED4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D14FF-45B4-4D7F-BEE6-ED04D8A1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9CB3C-4030-43F5-A5F1-FEA9C377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198C8-CA33-4ECC-B4A5-C487C3AE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3859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85C387-C910-47F3-8FC5-99AC81C415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A49FC-1574-4849-A84E-1DA018FA8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663FE-6486-4DA8-B830-A18903268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1E84B-3C50-49C1-BB17-77C9FA217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CECA9-1535-4B8C-BB8F-EB91EF0EE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133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ABE3B0-FEF6-497C-9768-7A03B2BEC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3AE9A-AE0D-48F4-8D53-F4E182341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162B1-F625-427C-94FA-877F54ECA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EB8F7-6F9F-4E3B-9153-A605EB43AF33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F924E-3465-419F-99C8-5DD0BC300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2DB86-334B-499B-A035-32F2BD0F5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19D1F-BDCC-4BB4-B074-7CE378718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38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B6B4-4804-4885-B2ED-3FE0AE8E2D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Financial Dashboard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7198A-D6DD-4DA1-9932-91BBFB1A1D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                         -</a:t>
            </a:r>
            <a:r>
              <a:rPr lang="en-US" sz="1800" dirty="0"/>
              <a:t>ASTHA SINGH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8704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7A5FF3-AE1F-473E-B781-CBC4414CB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97" y="0"/>
            <a:ext cx="123139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303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08B775-CE8F-4596-80CD-5DC7E6F03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243" y="0"/>
            <a:ext cx="12289243" cy="686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565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557C63-5F4C-4C75-99DE-104BE6D0C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2804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CF184F-2A00-4793-99D0-1A70401F1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288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peelOff"/>
      </p:transition>
    </mc:Choice>
    <mc:Fallback>
      <p:transition spd="slow" advClick="0" advTm="3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Financial Dashboard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Astha Singh</dc:creator>
  <cp:lastModifiedBy>Astha Singh</cp:lastModifiedBy>
  <cp:revision>4</cp:revision>
  <dcterms:created xsi:type="dcterms:W3CDTF">2026-06-17T13:06:17Z</dcterms:created>
  <dcterms:modified xsi:type="dcterms:W3CDTF">2026-06-17T14:02:25Z</dcterms:modified>
</cp:coreProperties>
</file>